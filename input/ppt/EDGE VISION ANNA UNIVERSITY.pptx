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LeJuPseT/a47xgYwmYuuAONG2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1" y="0"/>
            <a:ext cx="12191695" cy="27432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05" y="747252"/>
            <a:ext cx="1219169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Vision: Intelligent Surveillance with</a:t>
            </a:r>
            <a:b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Threat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79914" y="4323511"/>
            <a:ext cx="5584798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PRASANNA M 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Information Technology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Meenakshi College of Engineering, Chennai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prachuparamount@gmail.com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293050" y="4168600"/>
            <a:ext cx="4928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Context &amp; Abstract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57200" y="1443841"/>
            <a:ext cx="1005840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The 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Current physical surveillance systems rely heavily on manual monitoring.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Existing AI tools in the market are often used in inefficient way.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of face detection, face recognition, and AI features into a real-time web application to automate threat identification and security analytics.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Included: Key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97280" y="146304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Real-Time Web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centralized dashboard for instantaneous data monitoring.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097280" y="2743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Edge AI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data at the source to ensure low latency and high efficiency.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097280" y="40233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Advanced Biometrics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 face detection and recognition using state-of-the-art libraries.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14400" y="5212079"/>
            <a:ext cx="10332720" cy="109728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097280" y="5303519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Security 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Robust authentication and authorization protocols to protect sensitive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-2002" y="914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38723" y="1231669"/>
            <a:ext cx="11506480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Real-Time Dashboard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Seamless connection to camera modules via RESTful APIs.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Multi-tier login system to ensure data barrier protection.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automation to suppress the need for excessive manpower.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Direct correlation between automation and reduced operational costs.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38723" y="3595894"/>
            <a:ext cx="4572000" cy="2286000"/>
          </a:xfrm>
          <a:prstGeom prst="roundRect">
            <a:avLst>
              <a:gd fmla="val 16667" name="adj"/>
            </a:avLst>
          </a:prstGeom>
          <a:solidFill>
            <a:srgbClr val="0F1E3C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228803" y="3937251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 Efficiency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Efficiency = </a:t>
            </a:r>
            <a:b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Manpower + Low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6334" y="3341252"/>
            <a:ext cx="7316943" cy="3516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Stack &amp; Tools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14400" y="1371600"/>
            <a:ext cx="2743200" cy="7315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914400" y="1508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114800" y="15087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Django REST Framework (API), Django Templates (UI)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14400" y="2377440"/>
            <a:ext cx="2743200" cy="7315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914400" y="2514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Vision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4114800" y="2514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OpenCV, Dlib for Face Recognition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14400" y="3383280"/>
            <a:ext cx="2743200" cy="7315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14400" y="3520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114800" y="3520440"/>
            <a:ext cx="668317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YOLO Models for Object Detection(Future Enhancement)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14400" y="4389120"/>
            <a:ext cx="2743200" cy="7315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914400" y="4526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4114800" y="4526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Image Processing Tools, ASYNC Integration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914400" y="5394960"/>
            <a:ext cx="2743200" cy="731520"/>
          </a:xfrm>
          <a:prstGeom prst="rect">
            <a:avLst/>
          </a:prstGeom>
          <a:solidFill>
            <a:srgbClr val="007A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914400" y="55321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4114800" y="5532120"/>
            <a:ext cx="172938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Cloud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Use Cases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0F1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097280" y="155448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Case 1: Civil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Officer registry updates and instant 'Wanted Person' alerts relayed to control rooms.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0F1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097280" y="32004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Case 2: Remote 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Monitoring entry/exit in forest or mountain regions to identify missing persons and track movement.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0F1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1097280" y="48463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Case 3: Static Premises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Centrally mounted AI cameras (45° angle) providing 100% automated monitoring of commercial premises.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Data Protection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914400" y="1371600"/>
            <a:ext cx="6463629" cy="3354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🛡️ Multi-tier Login &amp; Role-based Permissions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🛡️ Email Authentication &amp; Supreme User Auth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🛡️ Sha256 Encrypted Passwords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🛡️ Token-based API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🛡️ Encrypted Communication &amp; Data Sanitization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🛡️Usage of RESTful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Audience &amp; Market Demand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914400" y="1371600"/>
            <a:ext cx="100584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Target Segments: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Law Enforcement &amp; Police Officers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Defense Research (DRDO) &amp; Government Agencies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Large-scale Commercial Spaces (Malls, Hubs)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Gap: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dependence on inefficient manual manpower is costly. Our Edge AI solution transitions from labor-heavy to technology-driven security, ensuring higher profitability and precision.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and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219919" y="914400"/>
            <a:ext cx="5521124" cy="513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7ACC"/>
                </a:solidFill>
                <a:latin typeface="Calibri"/>
                <a:ea typeface="Calibri"/>
                <a:cs typeface="Calibri"/>
                <a:sym typeface="Calibri"/>
              </a:rPr>
              <a:t>TRL 4+ Alignment: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Executed in controlled lab environments and made the precedence for TRL 5.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Validated reliability in simulated field conditions.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b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civilian safety by controlling entry/exit and reducing risks through a reliable Edge-AI ecosystem. Future versions will be fine-tuned to meet specific commercial market demands.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641" y="1828800"/>
            <a:ext cx="6358054" cy="3625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1E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for your patience in observing this presentation.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82880" y="4572000"/>
            <a:ext cx="41576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 Details: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Prasanna M U</a:t>
            </a:r>
            <a:b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prasannaprachu1@gmail.com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